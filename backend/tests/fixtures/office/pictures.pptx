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84B1-B4B8-3A8E-2DFD-057655FB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B27F6-6FD9-6194-D5A5-6BC09FB4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3FB76-3F8A-A45C-AD1B-60B230E1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CEBBA-D2B1-2D19-F7BA-BABB3694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BB8C3-C99D-C020-51F7-83338DBC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70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E0AC-AB0B-0C2F-D8C8-5F461AF5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FDA7C-D0B3-556D-F1F0-515426A3E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FD173-0BE7-3F79-5215-5AEF7C06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7D6AE-E571-84B4-99FE-E9113FD7F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A23CA-3991-1583-C83B-7F461794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45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57E1-9AA0-2076-0B00-3CB87890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5D1AF-8E94-E8B7-AD59-6013CDE65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F794-02CE-4E6D-2418-35A57D98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F64F-9BA3-1D0F-C84C-2AE8304E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C5E1-EDEE-5360-3FE0-B02DBC80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83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3E4B-438A-56A0-9144-85A96DEE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3EA8-4AE6-29B3-9832-0CC7A9529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C7960-E169-1A45-24D0-12B25548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7977F-DEB9-4923-1A13-3CE31AAB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08C54-B6E1-EA47-B795-13BB698B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DF4B3-201D-1A50-C468-58C313D0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82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3E47-4F7B-3271-4435-11ACAB779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E15C5-F984-236B-B46A-01754F8B9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B53E7-A90D-1BA0-E5F1-9A7B503BF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9FC2E-29DD-3733-3FC7-B9F0175BC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E4C70-AA58-F596-9276-8C22B97D4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2443E-2512-8D41-58F9-75D11CF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6D606-9028-55DB-9D73-B19B5C90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F85CD4-4C7B-DA68-DE85-683B235E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63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2FF0-713B-19EB-CA33-1BE45EBC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B29B4-30B0-389D-A460-E69B0885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0E2F82-B210-BCF9-C983-E28A4EB6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7BCF0-C5E4-4865-A686-3E28D3C6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415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E6A9E-4523-8293-38C9-C6B75397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B5FDA-F205-AEAA-4BA1-14CFA01E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79E63-9256-6492-C8EE-BC09E4EA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5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E316-A08F-86EF-FB9D-8EC89A5CE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F9F24-54BD-826D-7C2C-A22EEBEB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EC595-B535-5099-541A-043698A18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DF740-2A5D-AE87-3D72-9586FDA7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97837-FA97-0C61-472A-64EE178A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17411-43DC-16C1-B60E-ED33C2B7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72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138F-F3C4-0747-4BC3-EF4D9480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EC0DE-A76E-F8F8-8D15-F5B5D9EABA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7FDA4-C73C-806E-3532-B42B6F3C6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F119-42F1-8463-AF48-78812983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3B7E3-3039-F5F6-75C4-56C479A6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A7F79-1EEE-D21E-BE23-196E82AA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49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519B-3F36-5D96-DCC0-4C815BBC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89823-DDCE-D648-6747-44E75ED86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1A1B-342B-48F3-4C85-A2E967B7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F43B2-7766-2352-22D1-3A3CFB2D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43AC3-2271-8489-ED57-31372DA9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08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85C26-2283-D3E9-FC64-4D9BC36A6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8CC42-AAE7-155D-79A8-DB0DCB631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BF518-6CB4-2300-23EF-C003B2F4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D366D-4B64-FE40-8CDE-B52469CC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B44D4-57EA-E2E2-6912-E761BFF8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667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11A6-B2AD-F71A-B088-E570B22E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A76ED-F37C-CEA7-2A3A-0F0E9A8C4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5971D-117A-549F-9757-F781A65F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ED27-B6C8-50AB-DD60-65342214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C9971-17D6-C9A6-B735-D2AE26B8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31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66C22C-D08C-E429-4E44-C5F2B542A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5EE19-B11C-08BE-CAE2-FB6684335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35E3-E9DF-C646-3F20-6B116FA01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7A2A7-FBD8-4DCE-9BAA-5FA0E2538429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7F1A-3917-0C84-9693-DDEF49CC8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32B78-4C5B-F49E-1B10-4B4AB7D5D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F7D6C-F0E7-4682-A90C-AD003D94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30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9009-7FB9-1531-6FF3-6DD312D2F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部分 基本汇编语言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CD99B-86B0-851B-8203-3EC97EB5C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主讲：测试老师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3E2F8-1173-8FCC-6842-3D1EDF535D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27000"/>
            <a:ext cx="1270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0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0635-A71F-B1A8-0F24-7A92FF30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变量存储分配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E75B0-6941-46EE-AB43-2BD865050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下图是数据段里变量的存放顺序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06A04-4B25-9E9B-EFE5-25823A4AD2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0000"/>
            <a:ext cx="7112000" cy="394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07447-7140-1170-7996-5166C8664B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27000"/>
            <a:ext cx="1270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3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F9CEA1-8B5B-243A-257F-5E4A4B0739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7112000" cy="394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CD65D8-2AEC-F2AC-7951-E80656DB6C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27000"/>
            <a:ext cx="1270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3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897C-59F7-BF09-005E-4A176832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16A9C-8325-17B6-140B-D6818CF48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变量按顺序存放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6726A-A987-8D92-EE01-F9ED01A869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27000"/>
            <a:ext cx="12700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99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Theme</vt:lpstr>
      <vt:lpstr>第4部分 基本汇编语言</vt:lpstr>
      <vt:lpstr>变量存储分配</vt:lpstr>
      <vt:lpstr>PowerPoint Presentation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Lingxiao Yin</dc:creator>
  <cp:lastModifiedBy>Lingxiao Yin</cp:lastModifiedBy>
  <cp:revision>1</cp:revision>
  <dcterms:created xsi:type="dcterms:W3CDTF">2026-10-24T02:17:49Z</dcterms:created>
  <dcterms:modified xsi:type="dcterms:W3CDTF">2026-10-24T02:17:49Z</dcterms:modified>
</cp:coreProperties>
</file>