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2E3C-4285-A787-4BD4-BCA183E9A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A5AF8-64C4-EBA6-CB75-FF80664FF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F2E29-DC1E-E38E-01D4-52B61DB8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4A6A5-E29B-1D08-591B-A815D91D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AFAF-277F-C620-CEF1-DC641D24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0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CF34-4FB6-D9D5-91A2-14F712ED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3CAC-8920-A1CE-8040-DB5ACE34E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8DD6-5807-3B2C-7E80-4CB7E713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A3F0-6636-F826-0C97-A295D965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9432-29CC-FB5D-9AF2-AB4AE21F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53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0125-1F5E-4E75-192D-A12B5327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5E5D8-83A2-A911-A195-C40E3AEA3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09FF-380F-BCEB-D5F6-C6AC91E98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38290-94E7-D110-A051-052EA5CDD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88EAB-AC49-47BB-71C4-8EB65316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72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B1CAC-F842-51C2-5182-D38927C6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D190A-A674-B92B-D7EF-98CB3C51E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6CDF6-2174-7229-3A5C-FCCD4BB3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CC7D7-6762-85C5-16AA-2C564D1CF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EEEC5-A173-972C-5FCA-D54C3ED4C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7C4C2-5BE3-9CA4-666A-EAC4726E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03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56054-B981-5445-06CE-B25308066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63B17-C40E-FB31-BF1C-A12B3E822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DCD98-83C9-D698-6CB6-1A59F5067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0F110-8598-0461-DDC9-12C9DE82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63D75-DBED-2BF8-BD14-70EA78F83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C6A6D9-BD29-FBCC-F255-DE383C8A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32FF0-F90B-8001-C99C-4F291009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7CA007-6F43-A28D-0A4D-9402BB5B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9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56413-7014-50DC-B38B-6B703934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AE489-9527-B0CF-C8AF-FFE7A81D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6FC76-98C3-6B98-CEBE-A1006267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44C9A-DFA3-674E-6275-26782D90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39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6A6FE-B4E0-48B8-BEE8-7A24E64A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3DD161-C3D2-70C3-2CCD-8D3C96BF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12093-E34B-665E-6417-DF943CFE4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77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3A8F-5633-2766-E9F0-3CD10C90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94D2-E8B7-03FC-DA40-7F9E11C48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87D64-2241-F913-338E-66401A7A7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0DB31-E8A8-2361-8C6F-2D2EDF28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9F18F-06EE-229E-C8AB-5EE21448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03B54-1F45-F4A5-FC18-73B496A2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98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8E4D-397C-A63B-FFDA-A6FE82D0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1AF76-F182-E0BD-5A92-7905CDC0CA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6A524-4540-8E52-3A41-E3DD2F1C4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276E-0031-B70B-AAF5-EE0B4F1E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5ADB7-8449-398F-1692-3DD2B5A72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A1F3E-5C22-C56F-1E20-7CBAC90C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146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58FE-42AA-EB21-7701-0B0D801C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3BC91-17CA-C3C2-5F5F-56DF39ED9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31616-DC9B-01F3-24B2-4E8E1F02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D0F5-219E-EC66-6542-19DAEF60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9089-0CB8-E893-847A-4C3707B4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33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6813D-09F9-7610-0528-D4120BDFC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D1F63-3210-4750-24CA-F47689419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148D-3EE0-A63E-51B5-448A7959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6D1B6-C769-866A-A4FF-83541571A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094EA-C32D-D437-3151-2C2E432B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7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E3725-DDBD-5B66-252F-ADB31B01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9208C-3CEE-5524-0398-A448BEE1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4193B-9B05-C15F-A4AB-F6A059496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148D8-3C3D-4676-B882-1D2D897C4EA7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EEBD1-183F-3AEF-8E90-0F4528ADB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5CBDC-B88F-02A4-A1BA-E2CB93D9E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40FA8-A802-46B8-BF06-189EB3131B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103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BBBF1-A801-CF5E-D795-C3D688ED8064}"/>
              </a:ext>
            </a:extLst>
          </p:cNvPr>
          <p:cNvSpPr txBox="1"/>
          <p:nvPr/>
        </p:nvSpPr>
        <p:spPr>
          <a:xfrm>
            <a:off x="508000" y="508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自由文本框 </a:t>
            </a:r>
            <a:r>
              <a:rPr lang="en-US" altLang="zh-CN"/>
              <a:t>0</a:t>
            </a:r>
            <a:r>
              <a:rPr lang="zh-CN" altLang="en-US"/>
              <a:t>：栈帧布局、返回地址与局部变量</a:t>
            </a:r>
            <a:br>
              <a:rPr lang="zh-CN" altLang="en-US"/>
            </a:br>
            <a:r>
              <a:rPr lang="zh-CN" altLang="en-US"/>
              <a:t>第二行 </a:t>
            </a:r>
            <a:r>
              <a:rPr lang="en-US" altLang="zh-CN"/>
              <a:t>0</a:t>
            </a:r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98909-78BC-EE14-0EA2-8103A98E6F1E}"/>
              </a:ext>
            </a:extLst>
          </p:cNvPr>
          <p:cNvSpPr txBox="1"/>
          <p:nvPr/>
        </p:nvSpPr>
        <p:spPr>
          <a:xfrm>
            <a:off x="508000" y="1651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自由文本框 </a:t>
            </a:r>
            <a:r>
              <a:rPr lang="en-US" altLang="zh-CN"/>
              <a:t>1</a:t>
            </a:r>
            <a:r>
              <a:rPr lang="zh-CN" altLang="en-US"/>
              <a:t>：栈帧布局、返回地址与局部变量</a:t>
            </a:r>
            <a:br>
              <a:rPr lang="zh-CN" altLang="en-US"/>
            </a:br>
            <a:r>
              <a:rPr lang="zh-CN" altLang="en-US"/>
              <a:t>第二行 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9A0F7-7F32-953F-7D79-0342FEAD9DE5}"/>
              </a:ext>
            </a:extLst>
          </p:cNvPr>
          <p:cNvSpPr txBox="1"/>
          <p:nvPr/>
        </p:nvSpPr>
        <p:spPr>
          <a:xfrm>
            <a:off x="508000" y="2794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自由文本框 </a:t>
            </a:r>
            <a:r>
              <a:rPr lang="en-US" altLang="zh-CN"/>
              <a:t>2</a:t>
            </a:r>
            <a:r>
              <a:rPr lang="zh-CN" altLang="en-US"/>
              <a:t>：栈帧布局、返回地址与局部变量</a:t>
            </a:r>
            <a:br>
              <a:rPr lang="zh-CN" altLang="en-US"/>
            </a:br>
            <a:r>
              <a:rPr lang="zh-CN" altLang="en-US"/>
              <a:t>第二行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0FCA0-BB61-C5B4-8957-C4B40CBF929A}"/>
              </a:ext>
            </a:extLst>
          </p:cNvPr>
          <p:cNvSpPr txBox="1"/>
          <p:nvPr/>
        </p:nvSpPr>
        <p:spPr>
          <a:xfrm>
            <a:off x="508000" y="3937000"/>
            <a:ext cx="762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/>
              <a:t>自由文本框 </a:t>
            </a:r>
            <a:r>
              <a:rPr lang="en-US" altLang="zh-CN"/>
              <a:t>3</a:t>
            </a:r>
            <a:r>
              <a:rPr lang="zh-CN" altLang="en-US"/>
              <a:t>：栈帧布局、返回地址与局部变量</a:t>
            </a:r>
            <a:br>
              <a:rPr lang="zh-CN" altLang="en-US"/>
            </a:br>
            <a:r>
              <a:rPr lang="zh-CN" altLang="en-US"/>
              <a:t>第二行 </a:t>
            </a:r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022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Lingxiao Yin</dc:creator>
  <cp:lastModifiedBy>Lingxiao Yin</cp:lastModifiedBy>
  <cp:revision>1</cp:revision>
  <dcterms:created xsi:type="dcterms:W3CDTF">2026-10-23T07:33:38Z</dcterms:created>
  <dcterms:modified xsi:type="dcterms:W3CDTF">2026-10-23T07:33:38Z</dcterms:modified>
</cp:coreProperties>
</file>