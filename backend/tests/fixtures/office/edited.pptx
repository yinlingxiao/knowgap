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5521DC-4735-B1E6-10D5-F9075724BF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176CC-739E-86CF-763F-36387356B9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51292E0F-E446-4026-B228-A5C0ECB7CC85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E9E0171-92B6-39C7-9B43-43EB3D75D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2BF4C60-699C-567A-8328-FE8A78A0F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4E3BA-0251-4FA5-D538-AD3E23A65E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B9552-0D49-9F13-3593-CDEFBE42A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AAA945D2-626E-4A71-BD12-4CC0D6F690A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0C2ADAD6-9559-3598-3622-35511D2223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31D5B8AD-3501-BAE6-C2AF-35CB3D000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</a:t>
            </a:r>
            <a:r>
              <a:rPr lang="zh-CN" altLang="en-US"/>
              <a:t>页的讲解提示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A6E5880-DB26-A4D5-2004-DBDA72C761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589A24E-3ED0-425D-8E13-01C54C12A0FD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C8D4FB2B-DBAD-1684-2790-3C468AE07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DF0C696D-8DAD-7013-FCD7-49D03355E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11</a:t>
            </a:r>
            <a:r>
              <a:rPr lang="zh-CN" altLang="en-US"/>
              <a:t>页的讲解提示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28B6CEA9-A399-A9EE-737E-C8DB026292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8109E2-C18C-4BA9-891E-934230F3C621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1DDB1DB0-AA36-FB24-0132-04E57CFFD5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588293B7-7660-95F9-2211-A6F7AAC53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</a:t>
            </a:r>
            <a:r>
              <a:rPr lang="zh-CN" altLang="en-US"/>
              <a:t>页的讲解提示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EADA12A3-7D03-405D-C3B1-0289B2853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104CF83-7FBC-45EE-AE71-97771C94E098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2985506E-92B8-67E0-3CAD-BCDA7AF9F8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828AFF26-F29F-C6ED-6DBA-8323D7AE1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4</a:t>
            </a:r>
            <a:r>
              <a:rPr lang="zh-CN" altLang="en-US"/>
              <a:t>页的讲解提示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97D30B86-4928-F650-1A6D-11C6E12E89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652D6C4-6CA6-472A-8BC6-B6AACD9B796F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2DB2D04E-0FE2-CBDB-4EA0-A9E99BBBA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8AEBB071-0D34-F590-365D-A39C3B74E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5</a:t>
            </a:r>
            <a:r>
              <a:rPr lang="zh-CN" altLang="en-US"/>
              <a:t>页的讲解提示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57018D3A-EF5E-8131-9A2C-D989E814D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EEA4543-B3F9-41F4-BAEC-3997B535EFC4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95782717-A28F-3C6F-DC13-3C98B97A49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60703B01-E46A-1D90-6496-88CB8A347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6</a:t>
            </a:r>
            <a:r>
              <a:rPr lang="zh-CN" altLang="en-US"/>
              <a:t>页的讲解提示</a:t>
            </a: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23C25EEB-C794-45E1-1D27-F1519A077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4FBC487-FD89-4611-8A9E-089E4A332B8C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FE74477B-2C4B-3582-875E-D309882849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0095A768-7F29-700D-EAD3-594820FFF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7</a:t>
            </a:r>
            <a:r>
              <a:rPr lang="zh-CN" altLang="en-US"/>
              <a:t>页的讲解提示</a:t>
            </a: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1E5D662A-6CAE-0DF0-9F58-3730A894FE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0174C21-29E5-4EBD-BBB7-9D88D6E56A1B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8DA8A49A-12D3-FAAA-B3A6-7AD9D819E2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5E0CA435-9905-56BA-05A4-0C8AF4AFA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8</a:t>
            </a:r>
            <a:r>
              <a:rPr lang="zh-CN" altLang="en-US"/>
              <a:t>页的讲解提示</a:t>
            </a: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23464327-A1C1-F33A-79CA-C49ED6803A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B465EC-000C-48D6-9E17-B7082FC67E13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9CFCBD12-47A0-B9CB-243D-1E74C2DEE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2D99124A-439D-3DAD-ABC0-2AD4D2DFE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9</a:t>
            </a:r>
            <a:r>
              <a:rPr lang="zh-CN" altLang="en-US"/>
              <a:t>页的讲解提示</a:t>
            </a: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3552048D-B057-D1D4-7781-54D188286E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DC88C2A-5F9F-4894-8CC8-234365A78522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38FBFC88-71E1-0585-8D0C-970EB1D0A7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50DBCD1C-5A8F-5C08-33C0-83EE1CAAF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10</a:t>
            </a:r>
            <a:r>
              <a:rPr lang="zh-CN" altLang="en-US"/>
              <a:t>页的讲解提示</a:t>
            </a: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24BB8B5B-91C8-65E4-ECEE-3F45243A3E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909AA8-9C4F-4CF1-883A-095386A30EDF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376D1C3F-3117-0641-37A4-A2BA86CF33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2569B8FF-EAA7-CDCC-D57F-5C24270A7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12</a:t>
            </a:r>
            <a:r>
              <a:rPr lang="zh-CN" altLang="en-US"/>
              <a:t>页的讲解提示</a:t>
            </a: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80360C74-25C1-258B-33F0-EC2B6A3710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7746AAD-EAC7-4FBE-B7D9-F168C7E38C83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73193D3E-5E95-39A1-C382-5D9751E041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CBAFC22E-E627-938B-39EF-BB1E1AA6B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13</a:t>
            </a:r>
            <a:r>
              <a:rPr lang="zh-CN" altLang="en-US"/>
              <a:t>页的讲解提示</a:t>
            </a: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18D21C4F-76ED-5391-CEDE-A28810FA7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0BF057A-596B-45C5-9D4A-9E3B3A2925C4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F48264D4-0BEA-BF8E-782C-B321E40C3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5C985B44-1EE1-752F-CE2F-E25A36D1F3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14</a:t>
            </a:r>
            <a:r>
              <a:rPr lang="zh-CN" altLang="en-US"/>
              <a:t>页的讲解提示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7FEA7F7B-C03E-4FCA-FB28-FD6652CF8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8B407C8-36A2-4973-A87D-B956D2FFB158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B4E257D2-9539-E6BB-7870-675C18802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18077C03-E723-7B85-0C7F-E6A78AAB52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15</a:t>
            </a:r>
            <a:r>
              <a:rPr lang="zh-CN" altLang="en-US"/>
              <a:t>页的讲解提示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F38A0B0A-A34A-494C-CC24-D7D3DDB30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FBDE55C-A6FF-486D-915A-33AC5F3B52D6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BA81968D-AD4E-2B50-112E-3253580D70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90BDFEA8-3782-E960-59C9-B6B736F13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16</a:t>
            </a:r>
            <a:r>
              <a:rPr lang="zh-CN" altLang="en-US"/>
              <a:t>页的讲解提示</a:t>
            </a: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7EB4C2F1-C52D-F769-6976-CCD80AE96F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B893F98-9E5B-4E95-AF70-0585F019CD7D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97581A35-4B91-2DBE-D884-B4CDA560E7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607FD4AF-DAEA-F0D1-BF88-B6D021FB7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17</a:t>
            </a:r>
            <a:r>
              <a:rPr lang="zh-CN" altLang="en-US"/>
              <a:t>页的讲解提示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A1F7E9FC-B3F2-8A39-49EE-572B848714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288701-20FA-4123-999D-B1AA2B533844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2A3D7C89-B58D-CD06-52E5-63DBFA2087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146E21C2-8640-EB5E-FA4A-625CE3D41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18</a:t>
            </a:r>
            <a:r>
              <a:rPr lang="zh-CN" altLang="en-US"/>
              <a:t>页的讲解提示</a:t>
            </a: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0DF47AF9-9DA0-E38E-B220-59825120F4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01D569F-7EAC-412E-90E6-358DC4212DCC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7F1F8D4C-CFEC-5B5C-356E-6AEC4BAA86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BB50DE62-6CC2-5CE1-03A2-6530BFDEF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19</a:t>
            </a:r>
            <a:r>
              <a:rPr lang="zh-CN" altLang="en-US"/>
              <a:t>页的讲解提示</a:t>
            </a: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B8440A9C-3158-4809-6FD8-69F673114B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2BC431-C8FC-415B-BF47-43CE19FE4B39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4CCB9954-9694-5BC4-670B-00CF13185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F4C997B-3C8B-B079-92B7-8C19186C8F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20</a:t>
            </a:r>
            <a:r>
              <a:rPr lang="zh-CN" altLang="en-US"/>
              <a:t>页的讲解提示</a:t>
            </a: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136E2521-2078-575D-24BD-4043E540AE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14AB708-6F8C-45B1-AE13-EACFC1DD88CB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8879F1B5-FD20-7173-AE75-818F856575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CA2D7C92-8D5C-3A20-2102-332B143B9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21</a:t>
            </a:r>
            <a:r>
              <a:rPr lang="zh-CN" altLang="en-US"/>
              <a:t>页的讲解提示</a:t>
            </a: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3EE6EE90-45EF-4B03-A1E2-DA4A32F2C9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5B06149-3CEC-46BE-8B11-03E8FCA23D73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2B1B50D0-F298-D36D-EA82-0400A0C0AD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75A46C8B-FD34-12CD-EA55-3D56B121C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22</a:t>
            </a:r>
            <a:r>
              <a:rPr lang="zh-CN" altLang="en-US"/>
              <a:t>页的讲解提示</a:t>
            </a: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85ECB34E-1FC1-D090-D747-C6744DD135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9D5CF8F-08C8-40C0-B646-33F7E4E297AF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15FC8484-A822-AB99-2DD4-81906B586F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146EF898-2929-854E-3487-55DB9EEF6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23</a:t>
            </a:r>
            <a:r>
              <a:rPr lang="zh-CN" altLang="en-US"/>
              <a:t>页的讲解提示</a:t>
            </a: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AF0E91ED-87E9-26E2-9A5A-DB1FC71C1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37EEBD8-8DA1-4E84-B8DE-CA25AA69580F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9684A693-2C7E-D21D-657B-81CE69B5A2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8BA8B0ED-CF1B-EC57-796B-AE0BBB49E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24</a:t>
            </a:r>
            <a:r>
              <a:rPr lang="zh-CN" altLang="en-US"/>
              <a:t>页的讲解提示</a:t>
            </a: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C9D38FA2-B8CE-4704-64AB-969B01082E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7AA800A-6653-4AE0-B8F1-BA2168B49065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E3D8212B-9F83-7EE3-2D4F-B06950D988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0B575914-F3F7-71D3-D659-2783E857E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25</a:t>
            </a:r>
            <a:r>
              <a:rPr lang="zh-CN" altLang="en-US"/>
              <a:t>页的讲解提示</a:t>
            </a: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2EC1EDBE-F36A-B2FC-7AE2-55CF1484F8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D4F9986-28E7-4504-B678-11F2C4A74ECE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52AE9D51-F17E-3BF4-6892-5CF37B101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152A2A7A-E22A-BF8D-3CB7-6E56C527F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26</a:t>
            </a:r>
            <a:r>
              <a:rPr lang="zh-CN" altLang="en-US"/>
              <a:t>页的讲解提示</a:t>
            </a: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D05B1BA3-E573-BB6A-7C63-551D2AAC92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42EE9D9-0A61-4270-AF3B-07FBFD70E748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3BAEFF7B-0B70-3FE7-B691-172C043152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3D5A0752-1EB0-2F5D-3F36-0E7C65A2D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27</a:t>
            </a:r>
            <a:r>
              <a:rPr lang="zh-CN" altLang="en-US"/>
              <a:t>页的讲解提示</a:t>
            </a: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74C07964-14FD-5F48-AE51-3EB5C8E290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A14BDE-5BEC-467C-9EA3-49F088F039E0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54A1B0E7-EE35-CCEA-6E81-746F620422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5F9056F5-5C4C-1351-A839-13800015B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28</a:t>
            </a:r>
            <a:r>
              <a:rPr lang="zh-CN" altLang="en-US"/>
              <a:t>页的讲解提示</a:t>
            </a: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8EDF1555-D30F-0CDC-34C5-2490E9DE9B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0E68BDB-8C25-42FB-BB09-E614D81FABAF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DA295425-7A18-AA96-2EA9-411B68DC40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F9FB26EA-802F-3714-CAA1-EFDCE0A34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29</a:t>
            </a:r>
            <a:r>
              <a:rPr lang="zh-CN" altLang="en-US"/>
              <a:t>页的讲解提示</a:t>
            </a: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56CD2076-144D-EA56-D05F-292CE023BC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FC108DF-7261-437F-B55E-19031D3A1195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6F70F47E-1190-E9D9-4A1F-7F83D172FA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9F948FAF-BAE4-9E2D-DC49-EA00181B4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备注：第</a:t>
            </a:r>
            <a:r>
              <a:rPr lang="en-US" altLang="zh-CN"/>
              <a:t>30</a:t>
            </a:r>
            <a:r>
              <a:rPr lang="zh-CN" altLang="en-US"/>
              <a:t>页的讲解提示</a:t>
            </a: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9519CBDE-B311-64D1-36A3-B77CB0BA3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A9216CC-FE26-4921-8537-8D690084E019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8FBE7-DF5E-3806-21FE-D3362334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25553-6A5D-4316-BDA4-A4BECF67A0B0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722A7-1AEE-6B73-9EC2-5AB83765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C27EC-A02F-02AC-3C8C-ECAEFB13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AFA43-1BB3-4279-AB99-D7E5039585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05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EF124-4E2B-4224-70EC-CE7011F2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387D98-8EFD-4A63-A457-78D3AAAF2992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D5873-E18B-9E3A-7CAD-C7FF7E87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D7195-5545-647C-F64D-54DE2F5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FB84A-C1E3-4A39-9A29-D936461DB8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52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43501-8E6B-59C0-9339-907045A6F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720EE-A066-4BA3-87BC-A46F0FC8F442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2632-CA22-C742-B671-FC0AE6264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00563-C99F-2C40-5026-0FECBCD7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216D7-E67C-4600-A44D-751364B4CE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49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659B-19F5-8C39-069F-15417B41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E419D-E889-4D92-BCA4-A88388F33D5B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A0531-990C-01A7-26C5-02EC4AFB0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F41AE-1F02-2D72-3B6E-DE6B3D39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28489-8038-4AEA-8226-3ED9CD9D0A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111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1150F-A55D-6094-7870-BA66A2BF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BCF8B-0FB3-4E0E-B308-3C8025387FCE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5B3351-8AA4-5AA1-9785-E14E9509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2A2CC-4997-AA6E-1FE6-E347C915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0D2CE-4B30-48D9-903E-0C998D97F6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47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5D7AB-2473-A3E3-0288-08F3F286D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122C18-C56D-4C91-8EFA-3BA46532859E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143DD-2799-7076-1D17-1BF2D776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F82B0-7D0B-A0CF-D0CB-405899F9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B0AE1-6937-4C4F-AE11-E8EEC4708E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705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EC9B8-CB29-CBAE-8890-93FA79DF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105BE-AC21-4C71-BA23-71E1C26BD4B9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04F05-CF95-9798-6AA2-E6CBE53C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C9499-1DBB-3F48-CED9-A306C829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512BE-9DA4-4FB3-9FC2-A6CF8263C7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77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93473-91DC-61AA-F991-1D984D3A1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3E9CD-00C5-467B-B1B2-B20850B4FA62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73BD6-B6F9-D059-838D-028B7F67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DB283-E9E9-8B25-9413-AA54731F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E05ED-5988-40AD-B909-0C476AAADB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28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5A4A7-3485-F2B4-AC97-C74DA0D9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E0E29-8C4E-4172-B8A7-463B5323AE16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7D9BD-4CE3-9FA8-8978-036C074A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2577D-80AD-0BE8-E29C-C6C8871C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4F0C9-80E2-4F08-BC9F-93D2A5EE06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39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6303B-6AF1-30DF-FAA5-156485CF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BCC33-AB13-485A-846B-982F4EFADB6B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D926B-6217-4948-D87C-C9AA621F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1B59-EE1C-EFF6-1325-426A0F5C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6D686-A8EB-49A2-AC4C-E9D8B1CF33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29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943D9-A392-1153-8343-17659D6F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B4C4F-BF48-43BE-A30C-23479AFC5EB2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5DFF2-FC05-0C6C-8BEE-BCA4CE1F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2F74F-1E37-A465-F972-97EFD4BD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6C5D2-53F1-44ED-A8E9-B133AC2596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634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014A9-14DC-F76C-22EA-0A1B7555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B80D0-FF1F-42EC-B34E-25EC02F6E3EF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D05C8-B21B-4558-654E-E17BC08E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BD6E0-4E70-977F-3F21-2F02F3BB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7F437-C516-4038-83B3-25A8251C03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90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BBD0D5C-95BD-DC46-88AF-87D9EA04F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F9845C2-F0A1-9EA2-4121-E70AEEE6D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40684-CB9C-8415-D91D-F3ED14B8DF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8FBC7F6-7A69-4835-AF2B-50C17382ABE0}" type="datetimeFigureOut">
              <a:rPr lang="zh-CN" altLang="en-US"/>
              <a:pPr>
                <a:defRPr/>
              </a:pPr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D4393-33EC-B613-3365-3EBAC2F4E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97ECA-792A-D30E-6D78-910C14C63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A68852D-BEF8-4662-B9AD-EFF762C250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2C2B4CDA-D958-2DC7-6192-3E27F4ECC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讲：汇编语言介绍 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69CE2B98-88EE-79AC-6EB1-D3FB58A63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462EAA6A-9C81-EB42-8EBC-6415E94CB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11</a:t>
            </a:r>
            <a:r>
              <a:rPr lang="zh-CN" altLang="en-US"/>
              <a:t>讲：汇编语言介绍 </a:t>
            </a:r>
            <a:r>
              <a:rPr lang="en-US" altLang="zh-CN"/>
              <a:t>11</a:t>
            </a:r>
            <a:endParaRPr lang="zh-CN" altLang="en-US"/>
          </a:p>
        </p:txBody>
      </p:sp>
      <p:sp>
        <p:nvSpPr>
          <p:cNvPr id="35843" name="Text Placeholder 2">
            <a:extLst>
              <a:ext uri="{FF2B5EF4-FFF2-40B4-BE49-F238E27FC236}">
                <a16:creationId xmlns:a16="http://schemas.microsoft.com/office/drawing/2014/main" id="{7E429A3B-C736-978C-B7C9-F81AD0302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11-1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11-2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11-3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11-4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11-5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67556E8A-129B-ABB0-F374-60725B01E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讲：汇编语言介绍 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17411" name="Text Placeholder 2">
            <a:extLst>
              <a:ext uri="{FF2B5EF4-FFF2-40B4-BE49-F238E27FC236}">
                <a16:creationId xmlns:a16="http://schemas.microsoft.com/office/drawing/2014/main" id="{4DB3DD3D-A8D7-99C3-CCC9-C8826513A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43D61EA-9AC8-1AEE-6ED4-F72DC731E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讲：汇编语言介绍 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21507" name="Text Placeholder 2">
            <a:extLst>
              <a:ext uri="{FF2B5EF4-FFF2-40B4-BE49-F238E27FC236}">
                <a16:creationId xmlns:a16="http://schemas.microsoft.com/office/drawing/2014/main" id="{E354D505-60BD-5971-5E3B-11F55912B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4-1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4-2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4-3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4-4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4-5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689FCA93-D35F-D888-91FB-398DC6A4E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被修改过的标题（增量保存）</a:t>
            </a:r>
          </a:p>
        </p:txBody>
      </p:sp>
      <p:sp>
        <p:nvSpPr>
          <p:cNvPr id="23555" name="Text Placeholder 2">
            <a:extLst>
              <a:ext uri="{FF2B5EF4-FFF2-40B4-BE49-F238E27FC236}">
                <a16:creationId xmlns:a16="http://schemas.microsoft.com/office/drawing/2014/main" id="{8D45B115-F1C8-91D7-DAEE-A613AAF08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5-1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5-2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5-3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5-4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5-5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38E3779E-4E29-4A80-4C01-29A8C2A40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讲：汇编语言介绍 </a:t>
            </a:r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25603" name="Text Placeholder 2">
            <a:extLst>
              <a:ext uri="{FF2B5EF4-FFF2-40B4-BE49-F238E27FC236}">
                <a16:creationId xmlns:a16="http://schemas.microsoft.com/office/drawing/2014/main" id="{43E8ACD5-6FAC-1A0A-BFD1-984AC746B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6-1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6-2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6-3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6-4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6-5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BDFF3381-7670-8E2F-B457-5F8915795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讲：汇编语言介绍 </a:t>
            </a:r>
            <a:r>
              <a:rPr lang="en-US" altLang="zh-CN"/>
              <a:t>7</a:t>
            </a:r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52A8C7-431A-2183-1BFB-75F8951EDBDB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778000"/>
          <a:ext cx="5080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/>
                        <a:t>指令</a:t>
                      </a:r>
                      <a:r>
                        <a:rPr lang="en-US" altLang="zh-CN"/>
                        <a:t>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/>
                        <a:t>ADD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加法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C10B930D-0071-0340-F6BE-23CCFBD96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讲：汇编语言介绍 </a:t>
            </a:r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29699" name="Text Placeholder 2">
            <a:extLst>
              <a:ext uri="{FF2B5EF4-FFF2-40B4-BE49-F238E27FC236}">
                <a16:creationId xmlns:a16="http://schemas.microsoft.com/office/drawing/2014/main" id="{CB10D33F-B934-BC43-F157-63854C4EA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8-1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8-2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8-3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8-4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8-5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AEF8644D-2F7F-DE22-4950-1A09C9350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讲：汇编语言介绍 </a:t>
            </a:r>
            <a:r>
              <a:rPr lang="en-US" altLang="zh-CN"/>
              <a:t>9</a:t>
            </a:r>
            <a:endParaRPr lang="zh-CN" altLang="en-US"/>
          </a:p>
        </p:txBody>
      </p:sp>
      <p:sp>
        <p:nvSpPr>
          <p:cNvPr id="31747" name="Text Placeholder 2">
            <a:extLst>
              <a:ext uri="{FF2B5EF4-FFF2-40B4-BE49-F238E27FC236}">
                <a16:creationId xmlns:a16="http://schemas.microsoft.com/office/drawing/2014/main" id="{87E5CA05-F31C-45F1-3FAD-09E5552DF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9-1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9-2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9-3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9-4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9-5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88F086C6-D3A5-DF28-21B0-C07050637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10</a:t>
            </a:r>
            <a:r>
              <a:rPr lang="zh-CN" altLang="en-US"/>
              <a:t>讲：汇编语言介绍 </a:t>
            </a:r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33795" name="Text Placeholder 2">
            <a:extLst>
              <a:ext uri="{FF2B5EF4-FFF2-40B4-BE49-F238E27FC236}">
                <a16:creationId xmlns:a16="http://schemas.microsoft.com/office/drawing/2014/main" id="{3E652FC0-CE66-9663-ABC8-21918D693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10-1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10-2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10-3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10-4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10-5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36D7CBB4-40A3-EC74-DBD1-BB8B76258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12</a:t>
            </a:r>
            <a:r>
              <a:rPr lang="zh-CN" altLang="en-US"/>
              <a:t>讲：汇编语言介绍 </a:t>
            </a:r>
            <a:r>
              <a:rPr lang="en-US" altLang="zh-CN"/>
              <a:t>12</a:t>
            </a:r>
            <a:endParaRPr lang="zh-CN" altLang="en-US"/>
          </a:p>
        </p:txBody>
      </p:sp>
      <p:sp>
        <p:nvSpPr>
          <p:cNvPr id="37891" name="Text Placeholder 2">
            <a:extLst>
              <a:ext uri="{FF2B5EF4-FFF2-40B4-BE49-F238E27FC236}">
                <a16:creationId xmlns:a16="http://schemas.microsoft.com/office/drawing/2014/main" id="{544A02E4-168A-9262-FBF9-330F24122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12-1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12-2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12-3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12-4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12-5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C27E30E9-DAE1-9BB4-32D0-A2696ECE2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13</a:t>
            </a:r>
            <a:r>
              <a:rPr lang="zh-CN" altLang="en-US"/>
              <a:t>讲：汇编语言介绍 </a:t>
            </a:r>
            <a:r>
              <a:rPr lang="en-US" altLang="zh-CN"/>
              <a:t>13</a:t>
            </a:r>
            <a:endParaRPr lang="zh-CN" altLang="en-US"/>
          </a:p>
        </p:txBody>
      </p:sp>
      <p:sp>
        <p:nvSpPr>
          <p:cNvPr id="39939" name="Text Placeholder 2">
            <a:extLst>
              <a:ext uri="{FF2B5EF4-FFF2-40B4-BE49-F238E27FC236}">
                <a16:creationId xmlns:a16="http://schemas.microsoft.com/office/drawing/2014/main" id="{4EFCE24E-6233-A8C5-7DFD-85B04F3009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13-1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13-2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13-3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13-4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13-5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9AC186C6-C5E9-8B0D-C42F-80140B564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14</a:t>
            </a:r>
            <a:r>
              <a:rPr lang="zh-CN" altLang="en-US"/>
              <a:t>讲：汇编语言介绍 </a:t>
            </a:r>
            <a:r>
              <a:rPr lang="en-US" altLang="zh-CN"/>
              <a:t>14</a:t>
            </a:r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A6A0BC-126A-541B-58B1-C2F5EF3C839A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778000"/>
          <a:ext cx="5080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/>
                        <a:t>指令</a:t>
                      </a:r>
                      <a:r>
                        <a:rPr lang="en-US" altLang="zh-CN"/>
                        <a:t>14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/>
                        <a:t>ADD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加法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66B126E4-82EC-12B1-443E-26D865FE9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15</a:t>
            </a:r>
            <a:r>
              <a:rPr lang="zh-CN" altLang="en-US"/>
              <a:t>讲：汇编语言介绍 </a:t>
            </a:r>
            <a:r>
              <a:rPr lang="en-US" altLang="zh-CN"/>
              <a:t>15</a:t>
            </a:r>
            <a:endParaRPr lang="zh-CN" altLang="en-US"/>
          </a:p>
        </p:txBody>
      </p:sp>
      <p:sp>
        <p:nvSpPr>
          <p:cNvPr id="44035" name="Text Placeholder 2">
            <a:extLst>
              <a:ext uri="{FF2B5EF4-FFF2-40B4-BE49-F238E27FC236}">
                <a16:creationId xmlns:a16="http://schemas.microsoft.com/office/drawing/2014/main" id="{29EF1C32-F616-FFE0-328B-A9B86BE1B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15-1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15-2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15-3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15-4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15-5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92DE90A4-8342-FA14-9BBD-0FE0A5B4D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16</a:t>
            </a:r>
            <a:r>
              <a:rPr lang="zh-CN" altLang="en-US"/>
              <a:t>讲：汇编语言介绍 </a:t>
            </a:r>
            <a:r>
              <a:rPr lang="en-US" altLang="zh-CN"/>
              <a:t>16</a:t>
            </a:r>
            <a:endParaRPr lang="zh-CN" altLang="en-US"/>
          </a:p>
        </p:txBody>
      </p:sp>
      <p:sp>
        <p:nvSpPr>
          <p:cNvPr id="46083" name="Text Placeholder 2">
            <a:extLst>
              <a:ext uri="{FF2B5EF4-FFF2-40B4-BE49-F238E27FC236}">
                <a16:creationId xmlns:a16="http://schemas.microsoft.com/office/drawing/2014/main" id="{99269F0B-BE85-8E17-9CF1-055B79569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16-1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16-2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16-3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16-4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16-5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4291CAFF-9764-589C-8A86-F61CB3B72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17</a:t>
            </a:r>
            <a:r>
              <a:rPr lang="zh-CN" altLang="en-US"/>
              <a:t>讲：汇编语言介绍 </a:t>
            </a:r>
            <a:r>
              <a:rPr lang="en-US" altLang="zh-CN"/>
              <a:t>17</a:t>
            </a:r>
            <a:endParaRPr lang="zh-CN" altLang="en-US"/>
          </a:p>
        </p:txBody>
      </p:sp>
      <p:sp>
        <p:nvSpPr>
          <p:cNvPr id="48131" name="Text Placeholder 2">
            <a:extLst>
              <a:ext uri="{FF2B5EF4-FFF2-40B4-BE49-F238E27FC236}">
                <a16:creationId xmlns:a16="http://schemas.microsoft.com/office/drawing/2014/main" id="{BB9D8573-93F2-1778-914A-1664DCAE2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17-1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17-2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17-3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17-4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17-5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C4E12674-705D-A9EE-5C63-446D97949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18</a:t>
            </a:r>
            <a:r>
              <a:rPr lang="zh-CN" altLang="en-US"/>
              <a:t>讲：汇编语言介绍 </a:t>
            </a:r>
            <a:r>
              <a:rPr lang="en-US" altLang="zh-CN"/>
              <a:t>18</a:t>
            </a:r>
            <a:endParaRPr lang="zh-CN" altLang="en-US"/>
          </a:p>
        </p:txBody>
      </p:sp>
      <p:sp>
        <p:nvSpPr>
          <p:cNvPr id="50179" name="Text Placeholder 2">
            <a:extLst>
              <a:ext uri="{FF2B5EF4-FFF2-40B4-BE49-F238E27FC236}">
                <a16:creationId xmlns:a16="http://schemas.microsoft.com/office/drawing/2014/main" id="{C7F5FD83-9BF2-018C-D5BE-5D5D4D2E5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18-1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18-2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18-3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18-4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18-5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75AC2D4E-963B-0E01-54D0-D107298F8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19</a:t>
            </a:r>
            <a:r>
              <a:rPr lang="zh-CN" altLang="en-US"/>
              <a:t>讲：汇编语言介绍 </a:t>
            </a:r>
            <a:r>
              <a:rPr lang="en-US" altLang="zh-CN"/>
              <a:t>19</a:t>
            </a:r>
            <a:endParaRPr lang="zh-CN" altLang="en-US"/>
          </a:p>
        </p:txBody>
      </p:sp>
      <p:sp>
        <p:nvSpPr>
          <p:cNvPr id="52227" name="Text Placeholder 2">
            <a:extLst>
              <a:ext uri="{FF2B5EF4-FFF2-40B4-BE49-F238E27FC236}">
                <a16:creationId xmlns:a16="http://schemas.microsoft.com/office/drawing/2014/main" id="{96E963BE-DF30-3805-A14B-0EF82010F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19-1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19-2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19-3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19-4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19-5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3F0531E6-C799-2868-5C97-568B45043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20</a:t>
            </a:r>
            <a:r>
              <a:rPr lang="zh-CN" altLang="en-US"/>
              <a:t>讲：汇编语言介绍 </a:t>
            </a:r>
            <a:r>
              <a:rPr lang="en-US" altLang="zh-CN"/>
              <a:t>20</a:t>
            </a:r>
            <a:endParaRPr lang="zh-CN" altLang="en-US"/>
          </a:p>
        </p:txBody>
      </p:sp>
      <p:sp>
        <p:nvSpPr>
          <p:cNvPr id="54275" name="Text Placeholder 2">
            <a:extLst>
              <a:ext uri="{FF2B5EF4-FFF2-40B4-BE49-F238E27FC236}">
                <a16:creationId xmlns:a16="http://schemas.microsoft.com/office/drawing/2014/main" id="{4BC1CD97-6711-38EF-E334-274C71794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20-1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20-2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20-3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20-4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20-5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44B3AC53-1A0B-6F50-2E6E-5F56A7F68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21</a:t>
            </a:r>
            <a:r>
              <a:rPr lang="zh-CN" altLang="en-US"/>
              <a:t>讲：汇编语言介绍 </a:t>
            </a:r>
            <a:r>
              <a:rPr lang="en-US" altLang="zh-CN"/>
              <a:t>21</a:t>
            </a:r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67D389-B99A-1122-09F5-9A45F65D42F6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778000"/>
          <a:ext cx="5080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/>
                        <a:t>指令</a:t>
                      </a:r>
                      <a:r>
                        <a:rPr lang="en-US" altLang="zh-CN"/>
                        <a:t>21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/>
                        <a:t>ADD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加法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5A79EA5E-280B-AE2B-9AD0-CF798A54A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22</a:t>
            </a:r>
            <a:r>
              <a:rPr lang="zh-CN" altLang="en-US"/>
              <a:t>讲：汇编语言介绍 </a:t>
            </a:r>
            <a:r>
              <a:rPr lang="en-US" altLang="zh-CN"/>
              <a:t>22</a:t>
            </a:r>
            <a:endParaRPr lang="zh-CN" altLang="en-US"/>
          </a:p>
        </p:txBody>
      </p:sp>
      <p:sp>
        <p:nvSpPr>
          <p:cNvPr id="58371" name="Text Placeholder 2">
            <a:extLst>
              <a:ext uri="{FF2B5EF4-FFF2-40B4-BE49-F238E27FC236}">
                <a16:creationId xmlns:a16="http://schemas.microsoft.com/office/drawing/2014/main" id="{8FDC4E2C-5078-881D-A324-556486ED61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22-1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22-2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22-3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22-4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22-5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BDD7C2C3-9F42-0947-D182-4C6FB612E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23</a:t>
            </a:r>
            <a:r>
              <a:rPr lang="zh-CN" altLang="en-US"/>
              <a:t>讲：汇编语言介绍 </a:t>
            </a:r>
            <a:r>
              <a:rPr lang="en-US" altLang="zh-CN"/>
              <a:t>23</a:t>
            </a:r>
            <a:endParaRPr lang="zh-CN" altLang="en-US"/>
          </a:p>
        </p:txBody>
      </p:sp>
      <p:sp>
        <p:nvSpPr>
          <p:cNvPr id="60419" name="Text Placeholder 2">
            <a:extLst>
              <a:ext uri="{FF2B5EF4-FFF2-40B4-BE49-F238E27FC236}">
                <a16:creationId xmlns:a16="http://schemas.microsoft.com/office/drawing/2014/main" id="{AFE1C9C0-9E27-796B-0025-9BBBAC878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23-1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23-2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23-3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23-4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23-5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94D9F280-6220-33FB-CE46-D7EDF4779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24</a:t>
            </a:r>
            <a:r>
              <a:rPr lang="zh-CN" altLang="en-US"/>
              <a:t>讲：汇编语言介绍 </a:t>
            </a:r>
            <a:r>
              <a:rPr lang="en-US" altLang="zh-CN"/>
              <a:t>24</a:t>
            </a:r>
            <a:endParaRPr lang="zh-CN" altLang="en-US"/>
          </a:p>
        </p:txBody>
      </p:sp>
      <p:sp>
        <p:nvSpPr>
          <p:cNvPr id="62467" name="Text Placeholder 2">
            <a:extLst>
              <a:ext uri="{FF2B5EF4-FFF2-40B4-BE49-F238E27FC236}">
                <a16:creationId xmlns:a16="http://schemas.microsoft.com/office/drawing/2014/main" id="{4FC28D15-F224-067F-3EAE-55BDCB386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24-1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24-2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24-3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24-4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24-5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971E96BA-D056-8704-3A70-6ECDAA364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25</a:t>
            </a:r>
            <a:r>
              <a:rPr lang="zh-CN" altLang="en-US"/>
              <a:t>讲：汇编语言介绍 </a:t>
            </a:r>
            <a:r>
              <a:rPr lang="en-US" altLang="zh-CN"/>
              <a:t>25</a:t>
            </a:r>
            <a:endParaRPr lang="zh-CN" altLang="en-US"/>
          </a:p>
        </p:txBody>
      </p:sp>
      <p:sp>
        <p:nvSpPr>
          <p:cNvPr id="64515" name="Text Placeholder 2">
            <a:extLst>
              <a:ext uri="{FF2B5EF4-FFF2-40B4-BE49-F238E27FC236}">
                <a16:creationId xmlns:a16="http://schemas.microsoft.com/office/drawing/2014/main" id="{2A07B841-9781-E986-D7DB-C68C8E3B6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25-1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25-2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25-3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25-4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25-5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13407707-E191-3CEA-6D71-4BD1B6351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26</a:t>
            </a:r>
            <a:r>
              <a:rPr lang="zh-CN" altLang="en-US"/>
              <a:t>讲：汇编语言介绍 </a:t>
            </a:r>
            <a:r>
              <a:rPr lang="en-US" altLang="zh-CN"/>
              <a:t>26</a:t>
            </a:r>
            <a:endParaRPr lang="zh-CN" altLang="en-US"/>
          </a:p>
        </p:txBody>
      </p:sp>
      <p:sp>
        <p:nvSpPr>
          <p:cNvPr id="66563" name="Text Placeholder 2">
            <a:extLst>
              <a:ext uri="{FF2B5EF4-FFF2-40B4-BE49-F238E27FC236}">
                <a16:creationId xmlns:a16="http://schemas.microsoft.com/office/drawing/2014/main" id="{2EB30977-5733-B0A6-FEB8-E11A08200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26-1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26-2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26-3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26-4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26-5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43AC6D2E-9523-F861-0706-8BC6F752A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27</a:t>
            </a:r>
            <a:r>
              <a:rPr lang="zh-CN" altLang="en-US"/>
              <a:t>讲：汇编语言介绍 </a:t>
            </a:r>
            <a:r>
              <a:rPr lang="en-US" altLang="zh-CN"/>
              <a:t>27</a:t>
            </a:r>
            <a:endParaRPr lang="zh-CN" altLang="en-US"/>
          </a:p>
        </p:txBody>
      </p:sp>
      <p:sp>
        <p:nvSpPr>
          <p:cNvPr id="68611" name="Text Placeholder 2">
            <a:extLst>
              <a:ext uri="{FF2B5EF4-FFF2-40B4-BE49-F238E27FC236}">
                <a16:creationId xmlns:a16="http://schemas.microsoft.com/office/drawing/2014/main" id="{DE68690F-AEEC-86DA-1281-AAEFC1BEF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27-1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27-2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27-3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27-4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27-5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0E501705-50CF-FDFB-7152-EC59D0EFC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28</a:t>
            </a:r>
            <a:r>
              <a:rPr lang="zh-CN" altLang="en-US"/>
              <a:t>讲：汇编语言介绍 </a:t>
            </a:r>
            <a:r>
              <a:rPr lang="en-US" altLang="zh-CN"/>
              <a:t>28</a:t>
            </a:r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4CD772-B98B-89DF-F26C-3C7C6B295F44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778000"/>
          <a:ext cx="5080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/>
                        <a:t>指令</a:t>
                      </a:r>
                      <a:r>
                        <a:rPr lang="en-US" altLang="zh-CN"/>
                        <a:t>28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/>
                        <a:t>ADD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加法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FBDED049-CF33-DE67-7847-4A05089070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29</a:t>
            </a:r>
            <a:r>
              <a:rPr lang="zh-CN" altLang="en-US"/>
              <a:t>讲：汇编语言介绍 </a:t>
            </a:r>
            <a:r>
              <a:rPr lang="en-US" altLang="zh-CN"/>
              <a:t>29</a:t>
            </a:r>
            <a:endParaRPr lang="zh-CN" altLang="en-US"/>
          </a:p>
        </p:txBody>
      </p:sp>
      <p:sp>
        <p:nvSpPr>
          <p:cNvPr id="72707" name="Text Placeholder 2">
            <a:extLst>
              <a:ext uri="{FF2B5EF4-FFF2-40B4-BE49-F238E27FC236}">
                <a16:creationId xmlns:a16="http://schemas.microsoft.com/office/drawing/2014/main" id="{FAFA53FF-2F0E-B55F-AA48-3A8618503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29-1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29-2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29-3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29-4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29-5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74EFDF28-FE08-5C4F-9CB3-BE98A16AF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30</a:t>
            </a:r>
            <a:r>
              <a:rPr lang="zh-CN" altLang="en-US"/>
              <a:t>讲：汇编语言介绍 </a:t>
            </a:r>
            <a:r>
              <a:rPr lang="en-US" altLang="zh-CN"/>
              <a:t>30</a:t>
            </a:r>
            <a:endParaRPr lang="zh-CN" altLang="en-US"/>
          </a:p>
        </p:txBody>
      </p:sp>
      <p:sp>
        <p:nvSpPr>
          <p:cNvPr id="74755" name="Text Placeholder 2">
            <a:extLst>
              <a:ext uri="{FF2B5EF4-FFF2-40B4-BE49-F238E27FC236}">
                <a16:creationId xmlns:a16="http://schemas.microsoft.com/office/drawing/2014/main" id="{993DB4D6-2C04-34E8-DC3F-BC5B586E6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30-1 → </a:t>
            </a:r>
            <a:r>
              <a:rPr lang="zh-CN" altLang="en-US"/>
              <a:t>结果 ≥ 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30-2 → </a:t>
            </a:r>
            <a:r>
              <a:rPr lang="zh-CN" altLang="en-US"/>
              <a:t>结果 ≥ </a:t>
            </a:r>
            <a:r>
              <a:rPr lang="en-US" altLang="zh-CN"/>
              <a:t>20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pPr lvl="1"/>
            <a:r>
              <a:rPr lang="zh-CN" altLang="en-US"/>
              <a:t>要点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30-3 → </a:t>
            </a:r>
            <a:r>
              <a:rPr lang="zh-CN" altLang="en-US"/>
              <a:t>结果 ≥ </a:t>
            </a:r>
            <a:r>
              <a:rPr lang="en-US" altLang="zh-CN"/>
              <a:t>30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30-4 → </a:t>
            </a:r>
            <a:r>
              <a:rPr lang="zh-CN" altLang="en-US"/>
              <a:t>结果 ≥ </a:t>
            </a:r>
            <a:r>
              <a:rPr lang="en-US" altLang="zh-CN"/>
              <a:t>40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  <a:p>
            <a:r>
              <a:rPr lang="zh-CN" altLang="en-US"/>
              <a:t>要点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MOV AX, BX ; </a:t>
            </a:r>
            <a:r>
              <a:rPr lang="zh-CN" altLang="en-US"/>
              <a:t>寄存器 </a:t>
            </a:r>
            <a:r>
              <a:rPr lang="en-US" altLang="zh-CN"/>
              <a:t>30-5 → </a:t>
            </a:r>
            <a:r>
              <a:rPr lang="zh-CN" altLang="en-US"/>
              <a:t>结果 ≥ </a:t>
            </a:r>
            <a:r>
              <a:rPr lang="en-US" altLang="zh-CN"/>
              <a:t>50</a:t>
            </a:r>
            <a:r>
              <a:rPr lang="zh-CN" altLang="en-US"/>
              <a:t>，</a:t>
            </a:r>
            <a:r>
              <a:rPr lang="el-GR" altLang="zh-CN"/>
              <a:t>α </a:t>
            </a:r>
            <a:r>
              <a:rPr lang="zh-CN" altLang="en-US"/>
              <a:t>与 </a:t>
            </a:r>
            <a:r>
              <a:rPr lang="el-GR" altLang="zh-CN"/>
              <a:t>Σ </a:t>
            </a:r>
            <a:r>
              <a:rPr lang="zh-CN" altLang="en-US"/>
              <a:t>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11FD-0488-C2A0-16E4-E9C90FDD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增量保存后新增的一页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9ADD0-04DF-63B5-2D7F-BCE3DA3EE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新增页正文：只在最后一次保存里</a:t>
            </a:r>
          </a:p>
        </p:txBody>
      </p:sp>
    </p:spTree>
    <p:extLst>
      <p:ext uri="{BB962C8B-B14F-4D97-AF65-F5344CB8AC3E}">
        <p14:creationId xmlns:p14="http://schemas.microsoft.com/office/powerpoint/2010/main" val="239311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3601</Words>
  <Application>Microsoft Office PowerPoint</Application>
  <PresentationFormat>Widescreen</PresentationFormat>
  <Paragraphs>230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等线</vt:lpstr>
      <vt:lpstr>Arial</vt:lpstr>
      <vt:lpstr>等线 Light</vt:lpstr>
      <vt:lpstr>Office Theme</vt:lpstr>
      <vt:lpstr>第1讲：汇编语言介绍 1</vt:lpstr>
      <vt:lpstr>第11讲：汇编语言介绍 11</vt:lpstr>
      <vt:lpstr>第2讲：汇编语言介绍 2</vt:lpstr>
      <vt:lpstr>第4讲：汇编语言介绍 4</vt:lpstr>
      <vt:lpstr>被修改过的标题（增量保存）</vt:lpstr>
      <vt:lpstr>第6讲：汇编语言介绍 6</vt:lpstr>
      <vt:lpstr>第7讲：汇编语言介绍 7</vt:lpstr>
      <vt:lpstr>第8讲：汇编语言介绍 8</vt:lpstr>
      <vt:lpstr>第9讲：汇编语言介绍 9</vt:lpstr>
      <vt:lpstr>第10讲：汇编语言介绍 10</vt:lpstr>
      <vt:lpstr>第12讲：汇编语言介绍 12</vt:lpstr>
      <vt:lpstr>第13讲：汇编语言介绍 13</vt:lpstr>
      <vt:lpstr>第14讲：汇编语言介绍 14</vt:lpstr>
      <vt:lpstr>第15讲：汇编语言介绍 15</vt:lpstr>
      <vt:lpstr>第16讲：汇编语言介绍 16</vt:lpstr>
      <vt:lpstr>第17讲：汇编语言介绍 17</vt:lpstr>
      <vt:lpstr>第18讲：汇编语言介绍 18</vt:lpstr>
      <vt:lpstr>第19讲：汇编语言介绍 19</vt:lpstr>
      <vt:lpstr>第20讲：汇编语言介绍 20</vt:lpstr>
      <vt:lpstr>第21讲：汇编语言介绍 21</vt:lpstr>
      <vt:lpstr>第22讲：汇编语言介绍 22</vt:lpstr>
      <vt:lpstr>第23讲：汇编语言介绍 23</vt:lpstr>
      <vt:lpstr>第24讲：汇编语言介绍 24</vt:lpstr>
      <vt:lpstr>第25讲：汇编语言介绍 25</vt:lpstr>
      <vt:lpstr>第26讲：汇编语言介绍 26</vt:lpstr>
      <vt:lpstr>第27讲：汇编语言介绍 27</vt:lpstr>
      <vt:lpstr>第28讲：汇编语言介绍 28</vt:lpstr>
      <vt:lpstr>第29讲：汇编语言介绍 29</vt:lpstr>
      <vt:lpstr>第30讲：汇编语言介绍 30</vt:lpstr>
      <vt:lpstr>增量保存后新增的一页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Lingxiao Yin</dc:creator>
  <cp:lastModifiedBy>Lingxiao Yin</cp:lastModifiedBy>
  <cp:revision>2</cp:revision>
  <dcterms:created xsi:type="dcterms:W3CDTF">2026-10-23T07:33:37Z</dcterms:created>
  <dcterms:modified xsi:type="dcterms:W3CDTF">2026-10-23T07:33:38Z</dcterms:modified>
</cp:coreProperties>
</file>